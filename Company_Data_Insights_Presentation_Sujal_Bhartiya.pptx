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1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2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9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08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65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47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7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254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23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2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366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243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767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131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8076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1892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232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698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Company Data Insights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 Sujal Bhartiya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 Afternoon Sir,</a:t>
            </a:r>
          </a:p>
          <a:p>
            <a:r>
              <a:t>I'm Sujal Bhartiya, and I'm eager to share insights about your company.</a:t>
            </a:r>
          </a:p>
          <a:p>
            <a:r>
              <a:t>Thank you for the guiding questions, which helped direct this analysis.</a:t>
            </a:r>
          </a:p>
          <a:p>
            <a:r>
              <a:t>All records with negative quantities and unit prices were removed to ensure error-free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Visual - Revenue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The CEO requested insight into seasonal trends in revenue.</a:t>
            </a:r>
          </a:p>
          <a:p>
            <a:r>
              <a:t>Sales from January to August were stable (~$685K/month).</a:t>
            </a:r>
          </a:p>
          <a:p>
            <a:r>
              <a:t>Revenue increased significantly from September, peaking at $1.5M in November.</a:t>
            </a:r>
          </a:p>
          <a:p>
            <a:r>
              <a:t>This demonstrates clear seasonality in the final four months of the year.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Second Visual - Top Growth Countries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UK was excluded to focus on countries with growth potential.</a:t>
            </a:r>
          </a:p>
          <a:p>
            <a:r>
              <a:t>High unit sales and revenue were observed in the Netherlands, Ireland, Germany, and France.</a:t>
            </a:r>
          </a:p>
          <a:p>
            <a:r>
              <a:t>Recommendation: focus on these markets to increase presence and revenue.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Third Visual - Top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10 customers show similar purchasing behavior.</a:t>
            </a:r>
          </a:p>
          <a:p>
            <a:r>
              <a:t>Top customer spent only 17% more than the second highest.</a:t>
            </a:r>
          </a:p>
          <a:p>
            <a:r>
              <a:t>Insight: revenue is well-distributed, with low dependency on individual buyers.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Final Visual - Global Demand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revenue observed in Netherlands, Ireland, Germany, France, and Australia.</a:t>
            </a:r>
          </a:p>
          <a:p>
            <a:r>
              <a:t>Sales are concentrated in Europe with limited presence in the Americas, Asia, and Africa.</a:t>
            </a:r>
          </a:p>
          <a:p>
            <a:r>
              <a:t>Recommendation: explore strategies to penetrate underrepresented markets.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time.</a:t>
            </a:r>
          </a:p>
          <a:p>
            <a:r>
              <a:t>If you have questions or need additional analysis, I'm happy to help.</a:t>
            </a:r>
          </a:p>
          <a:p>
            <a:endParaRPr/>
          </a:p>
          <a:p>
            <a:r>
              <a:t>Best regards,</a:t>
            </a:r>
          </a:p>
          <a:p>
            <a:r>
              <a:t>Sujal Bhartiya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</TotalTime>
  <Words>267</Words>
  <Application>Microsoft Office PowerPoint</Application>
  <PresentationFormat>On-screen Show (4:3)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Company Data Insights Presentation</vt:lpstr>
      <vt:lpstr>Introduction</vt:lpstr>
      <vt:lpstr>First Visual - Revenue Trends</vt:lpstr>
      <vt:lpstr>Second Visual - Top Growth Countries</vt:lpstr>
      <vt:lpstr>Third Visual - Top Customers</vt:lpstr>
      <vt:lpstr>Final Visual - Global Demand Map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Sujal Bhartiya</cp:lastModifiedBy>
  <cp:revision>2</cp:revision>
  <dcterms:created xsi:type="dcterms:W3CDTF">2013-01-27T09:14:16Z</dcterms:created>
  <dcterms:modified xsi:type="dcterms:W3CDTF">2025-05-02T09:41:18Z</dcterms:modified>
  <cp:category/>
</cp:coreProperties>
</file>